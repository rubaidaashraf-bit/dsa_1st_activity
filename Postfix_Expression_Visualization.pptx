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58AA"/>
                </a:solidFill>
                <a:latin typeface="Aptos Display"/>
              </a:defRPr>
            </a:pPr>
            <a:r>
              <a:t>Visualization – Initial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64E5A"/>
                </a:solidFill>
                <a:latin typeface="Aptos"/>
              </a:defRPr>
            </a:pPr>
            <a:r>
              <a:t>The given postfix expression is ready; the stack is initially empty.</a:t>
            </a:r>
          </a:p>
        </p:txBody>
      </p:sp>
      <p:pic>
        <p:nvPicPr>
          <p:cNvPr id="4" name="Picture 3" descr="Screenshot 2026-10-15 2049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944" y="1143000"/>
            <a:ext cx="4747805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15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E737D"/>
                </a:solidFill>
                <a:latin typeface="Aptos"/>
              </a:defRPr>
            </a:pPr>
            <a:r>
              <a:t>Postfix Expression Evaluation Visualizer | DSA Activity 1 – Question 9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58AA"/>
                </a:solidFill>
                <a:latin typeface="Aptos Display"/>
              </a:defRPr>
            </a:pPr>
            <a:r>
              <a:t>Visualization – Push First Operand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64E5A"/>
                </a:solidFill>
                <a:latin typeface="Aptos"/>
              </a:defRPr>
            </a:pPr>
            <a:r>
              <a:t>Operand 8 is pushed onto the stack.</a:t>
            </a:r>
          </a:p>
        </p:txBody>
      </p:sp>
      <p:pic>
        <p:nvPicPr>
          <p:cNvPr id="4" name="Picture 3" descr="Screenshot 2026-10-15 2049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396" y="1143000"/>
            <a:ext cx="4722902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15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E737D"/>
                </a:solidFill>
                <a:latin typeface="Aptos"/>
              </a:defRPr>
            </a:pPr>
            <a:r>
              <a:t>Postfix Expression Evaluation Visualizer | DSA Activity 1 – Question 9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58AA"/>
                </a:solidFill>
                <a:latin typeface="Aptos Display"/>
              </a:defRPr>
            </a:pPr>
            <a:r>
              <a:t>Visualization – Push Second Operand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64E5A"/>
                </a:solidFill>
                <a:latin typeface="Aptos"/>
              </a:defRPr>
            </a:pPr>
            <a:r>
              <a:t>Operand 3 is pushed onto the stack.</a:t>
            </a:r>
          </a:p>
        </p:txBody>
      </p:sp>
      <p:pic>
        <p:nvPicPr>
          <p:cNvPr id="4" name="Picture 3" descr="Screenshot 2026-10-15 204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234" y="1143000"/>
            <a:ext cx="4733225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15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E737D"/>
                </a:solidFill>
                <a:latin typeface="Aptos"/>
              </a:defRPr>
            </a:pPr>
            <a:r>
              <a:t>Postfix Expression Evaluation Visualizer | DSA Activity 1 – Question 9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58AA"/>
                </a:solidFill>
                <a:latin typeface="Aptos Display"/>
              </a:defRPr>
            </a:pPr>
            <a:r>
              <a:t>Visualization – Apply Subtraction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64E5A"/>
                </a:solidFill>
                <a:latin typeface="Aptos"/>
              </a:defRPr>
            </a:pPr>
            <a:r>
              <a:t>Operands 8 and 3 are popped, 8 − 3 = 5 is calculated, and 5 is pushed.</a:t>
            </a:r>
          </a:p>
        </p:txBody>
      </p:sp>
      <p:pic>
        <p:nvPicPr>
          <p:cNvPr id="4" name="Picture 3" descr="Screenshot 2026-10-15 205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944" y="1143000"/>
            <a:ext cx="4747805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15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E737D"/>
                </a:solidFill>
                <a:latin typeface="Aptos"/>
              </a:defRPr>
            </a:pPr>
            <a:r>
              <a:t>Postfix Expression Evaluation Visualizer | DSA Activity 1 – Question 9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58AA"/>
                </a:solidFill>
                <a:latin typeface="Aptos Display"/>
              </a:defRPr>
            </a:pPr>
            <a:r>
              <a:t>Visualization – Final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64E5A"/>
                </a:solidFill>
                <a:latin typeface="Aptos"/>
              </a:defRPr>
            </a:pPr>
            <a:r>
              <a:t>After completing all operations, the final result is 2.1667.</a:t>
            </a:r>
          </a:p>
        </p:txBody>
      </p:sp>
      <p:pic>
        <p:nvPicPr>
          <p:cNvPr id="4" name="Picture 3" descr="Screenshot 2026-10-15 205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720" y="1143000"/>
            <a:ext cx="4688254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15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E737D"/>
                </a:solidFill>
                <a:latin typeface="Aptos"/>
              </a:defRPr>
            </a:pPr>
            <a:r>
              <a:t>Postfix Expression Evaluation Visualizer | DSA Activity 1 – Question 9 |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